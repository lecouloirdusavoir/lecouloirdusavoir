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093" autoAdjust="0"/>
  </p:normalViewPr>
  <p:slideViewPr>
    <p:cSldViewPr showGuides="1">
      <p:cViewPr varScale="1">
        <p:scale>
          <a:sx n="88" d="100"/>
          <a:sy n="88" d="100"/>
        </p:scale>
        <p:origin x="146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59002-0784-4949-B1DC-2D3D88B76D8C}" type="datetimeFigureOut">
              <a:rPr kumimoji="1" lang="ja-JP" altLang="en-US" smtClean="0"/>
              <a:t>2015/2/23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7E20-0AE2-4BE5-8FAE-58B66CDFD25F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186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59002-0784-4949-B1DC-2D3D88B76D8C}" type="datetimeFigureOut">
              <a:rPr kumimoji="1" lang="ja-JP" altLang="en-US" smtClean="0"/>
              <a:t>2015/2/23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7E20-0AE2-4BE5-8FAE-58B66CDFD25F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9831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59002-0784-4949-B1DC-2D3D88B76D8C}" type="datetimeFigureOut">
              <a:rPr kumimoji="1" lang="ja-JP" altLang="en-US" smtClean="0"/>
              <a:t>2015/2/23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7E20-0AE2-4BE5-8FAE-58B66CDFD25F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2308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59002-0784-4949-B1DC-2D3D88B76D8C}" type="datetimeFigureOut">
              <a:rPr kumimoji="1" lang="ja-JP" altLang="en-US" smtClean="0"/>
              <a:t>2015/2/23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7E20-0AE2-4BE5-8FAE-58B66CDFD25F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9701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59002-0784-4949-B1DC-2D3D88B76D8C}" type="datetimeFigureOut">
              <a:rPr kumimoji="1" lang="ja-JP" altLang="en-US" smtClean="0"/>
              <a:t>2015/2/23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7E20-0AE2-4BE5-8FAE-58B66CDFD25F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6055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59002-0784-4949-B1DC-2D3D88B76D8C}" type="datetimeFigureOut">
              <a:rPr kumimoji="1" lang="ja-JP" altLang="en-US" smtClean="0"/>
              <a:t>2015/2/23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7E20-0AE2-4BE5-8FAE-58B66CDFD25F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3918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59002-0784-4949-B1DC-2D3D88B76D8C}" type="datetimeFigureOut">
              <a:rPr kumimoji="1" lang="ja-JP" altLang="en-US" smtClean="0"/>
              <a:t>2015/2/23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7E20-0AE2-4BE5-8FAE-58B66CDFD25F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1077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59002-0784-4949-B1DC-2D3D88B76D8C}" type="datetimeFigureOut">
              <a:rPr kumimoji="1" lang="ja-JP" altLang="en-US" smtClean="0"/>
              <a:t>2015/2/23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7E20-0AE2-4BE5-8FAE-58B66CDFD25F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6867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59002-0784-4949-B1DC-2D3D88B76D8C}" type="datetimeFigureOut">
              <a:rPr kumimoji="1" lang="ja-JP" altLang="en-US" smtClean="0"/>
              <a:t>2015/2/23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7E20-0AE2-4BE5-8FAE-58B66CDFD25F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3843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59002-0784-4949-B1DC-2D3D88B76D8C}" type="datetimeFigureOut">
              <a:rPr kumimoji="1" lang="ja-JP" altLang="en-US" smtClean="0"/>
              <a:t>2015/2/23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7E20-0AE2-4BE5-8FAE-58B66CDFD25F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61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59002-0784-4949-B1DC-2D3D88B76D8C}" type="datetimeFigureOut">
              <a:rPr kumimoji="1" lang="ja-JP" altLang="en-US" smtClean="0"/>
              <a:t>2015/2/23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7E20-0AE2-4BE5-8FAE-58B66CDFD25F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2407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59002-0784-4949-B1DC-2D3D88B76D8C}" type="datetimeFigureOut">
              <a:rPr kumimoji="1" lang="ja-JP" altLang="en-US" smtClean="0"/>
              <a:t>2015/2/23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A7E20-0AE2-4BE5-8FAE-58B66CDFD25F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48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251520" y="404664"/>
            <a:ext cx="8640960" cy="1800200"/>
          </a:xfrm>
        </p:spPr>
        <p:txBody>
          <a:bodyPr>
            <a:noAutofit/>
          </a:bodyPr>
          <a:lstStyle/>
          <a:p>
            <a:r>
              <a:rPr lang="fr-FR" altLang="ja-JP" sz="4800" b="1" dirty="0"/>
              <a:t>Masse 5 </a:t>
            </a:r>
            <a:r>
              <a:rPr lang="fr-FR" altLang="ja-JP" sz="4800" b="1" dirty="0" smtClean="0"/>
              <a:t>:</a:t>
            </a:r>
            <a:r>
              <a:rPr lang="ja-JP" altLang="en-US" sz="4800" dirty="0"/>
              <a:t> </a:t>
            </a:r>
            <a:r>
              <a:rPr lang="fr-CA" altLang="ja-JP" sz="4000" dirty="0" smtClean="0"/>
              <a:t/>
            </a:r>
            <a:br>
              <a:rPr lang="fr-CA" altLang="ja-JP" sz="4000" dirty="0" smtClean="0"/>
            </a:br>
            <a:r>
              <a:rPr lang="fr-CA" altLang="ja-JP" sz="4000" dirty="0" smtClean="0"/>
              <a:t>Remplissage des outils de planification et de suivi-évaluation</a:t>
            </a:r>
            <a:endParaRPr kumimoji="1" lang="ja-JP" altLang="en-US" sz="4000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2051720" y="2348880"/>
            <a:ext cx="5720680" cy="1752600"/>
          </a:xfrm>
        </p:spPr>
        <p:txBody>
          <a:bodyPr>
            <a:normAutofit/>
          </a:bodyPr>
          <a:lstStyle/>
          <a:p>
            <a:pPr marL="457200" indent="-457200" algn="l">
              <a:buFontTx/>
              <a:buChar char="-"/>
            </a:pPr>
            <a:r>
              <a:rPr lang="fr-CA" altLang="ja-JP" sz="4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Canevas du PAV</a:t>
            </a:r>
          </a:p>
          <a:p>
            <a:pPr marL="457200" indent="-457200" algn="l">
              <a:buFontTx/>
              <a:buChar char="-"/>
            </a:pPr>
            <a:r>
              <a:rPr kumimoji="1" lang="fr-CA" altLang="ja-JP" sz="4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Rapport bilan annuel</a:t>
            </a:r>
            <a:endParaRPr kumimoji="1" lang="ja-JP" altLang="en-US" sz="4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タイトル 1"/>
          <p:cNvSpPr txBox="1">
            <a:spLocks/>
          </p:cNvSpPr>
          <p:nvPr/>
        </p:nvSpPr>
        <p:spPr>
          <a:xfrm>
            <a:off x="251520" y="4653136"/>
            <a:ext cx="8640960" cy="17281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ja-JP" sz="4800" b="1" dirty="0" smtClean="0"/>
              <a:t>Masse </a:t>
            </a:r>
            <a:r>
              <a:rPr lang="en-US" altLang="ja-JP" sz="4800" b="1" dirty="0" smtClean="0"/>
              <a:t>6</a:t>
            </a:r>
            <a:r>
              <a:rPr lang="fr-FR" altLang="ja-JP" sz="4800" b="1" dirty="0" smtClean="0"/>
              <a:t> :</a:t>
            </a:r>
            <a:r>
              <a:rPr lang="ja-JP" altLang="en-US" sz="4800" dirty="0" smtClean="0"/>
              <a:t> </a:t>
            </a:r>
            <a:r>
              <a:rPr lang="fr-CA" altLang="ja-JP" sz="4000" dirty="0" smtClean="0"/>
              <a:t/>
            </a:r>
            <a:br>
              <a:rPr lang="fr-CA" altLang="ja-JP" sz="4000" dirty="0" smtClean="0"/>
            </a:br>
            <a:r>
              <a:rPr lang="fr-FR" altLang="ja-JP" sz="4000" dirty="0"/>
              <a:t>Simulation de l’AG de validation</a:t>
            </a:r>
            <a:endParaRPr lang="ja-JP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05679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0" y="4639745"/>
            <a:ext cx="8964488" cy="24186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altLang="ja-JP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Consigne 2 (Masse 6):</a:t>
            </a:r>
          </a:p>
          <a:p>
            <a:pPr marL="0" indent="0">
              <a:buNone/>
            </a:pPr>
            <a:r>
              <a:rPr lang="fr-FR" altLang="ja-JP" sz="2800" dirty="0" smtClean="0"/>
              <a:t>Après </a:t>
            </a:r>
            <a:r>
              <a:rPr lang="fr-FR" altLang="ja-JP" sz="2800" dirty="0"/>
              <a:t>avoir rempli le </a:t>
            </a:r>
            <a:r>
              <a:rPr lang="fr-FR" altLang="ja-JP" sz="2800" dirty="0" smtClean="0"/>
              <a:t>PAV et le Rapport </a:t>
            </a:r>
            <a:r>
              <a:rPr lang="fr-FR" altLang="ja-JP" sz="2800" dirty="0"/>
              <a:t>bilan </a:t>
            </a:r>
            <a:r>
              <a:rPr lang="fr-FR" altLang="ja-JP" sz="2800" dirty="0" smtClean="0"/>
              <a:t>annuel, simulez sous forme de dramatisation:</a:t>
            </a:r>
            <a:endParaRPr lang="ja-JP" altLang="ja-JP" sz="2800" dirty="0"/>
          </a:p>
          <a:p>
            <a:pPr lvl="0"/>
            <a:r>
              <a:rPr lang="fr-FR" altLang="ja-JP" sz="2800" dirty="0"/>
              <a:t>L’AG de validation du PAV </a:t>
            </a:r>
            <a:r>
              <a:rPr lang="fr-FR" altLang="ja-JP" sz="2800" dirty="0" smtClean="0"/>
              <a:t>et du</a:t>
            </a:r>
            <a:r>
              <a:rPr lang="fr-FR" altLang="ja-JP" sz="2800" dirty="0"/>
              <a:t> </a:t>
            </a:r>
            <a:r>
              <a:rPr lang="fr-FR" altLang="ja-JP" sz="2800" dirty="0" smtClean="0"/>
              <a:t>PTA </a:t>
            </a:r>
            <a:r>
              <a:rPr lang="fr-FR" altLang="ja-JP" sz="2800" dirty="0"/>
              <a:t>du CAQ</a:t>
            </a:r>
            <a:endParaRPr lang="ja-JP" altLang="ja-JP" sz="2800" dirty="0"/>
          </a:p>
          <a:p>
            <a:pPr lvl="0"/>
            <a:r>
              <a:rPr lang="fr-FR" altLang="ja-JP" sz="2800" dirty="0"/>
              <a:t>L’AG </a:t>
            </a:r>
            <a:r>
              <a:rPr lang="fr-FR" altLang="ja-JP" sz="2800" dirty="0" smtClean="0"/>
              <a:t>bilan annuel du CGE</a:t>
            </a:r>
            <a:endParaRPr kumimoji="1" lang="ja-JP" altLang="en-US" sz="2800" dirty="0"/>
          </a:p>
        </p:txBody>
      </p:sp>
      <p:sp>
        <p:nvSpPr>
          <p:cNvPr id="4" name="タイトル 1"/>
          <p:cNvSpPr txBox="1">
            <a:spLocks/>
          </p:cNvSpPr>
          <p:nvPr/>
        </p:nvSpPr>
        <p:spPr>
          <a:xfrm>
            <a:off x="0" y="116632"/>
            <a:ext cx="9144000" cy="43553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CA" altLang="ja-JP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Consigne 1 (Masse 5): </a:t>
            </a:r>
          </a:p>
          <a:p>
            <a:pPr algn="l"/>
            <a:r>
              <a:rPr lang="fr-CA" altLang="ja-JP" sz="2800" dirty="0" smtClean="0"/>
              <a:t>Remplissez le </a:t>
            </a:r>
            <a:r>
              <a:rPr lang="fr-CA" altLang="ja-JP" sz="2800" u="sng" dirty="0" smtClean="0"/>
              <a:t>PAV </a:t>
            </a:r>
            <a:r>
              <a:rPr lang="fr-CA" altLang="ja-JP" sz="2800" dirty="0" smtClean="0"/>
              <a:t>et le </a:t>
            </a:r>
            <a:r>
              <a:rPr lang="fr-CA" altLang="ja-JP" sz="2800" u="sng" dirty="0" smtClean="0"/>
              <a:t>Rapport bilan annuel </a:t>
            </a:r>
            <a:r>
              <a:rPr lang="fr-CA" altLang="ja-JP" sz="2800" dirty="0" smtClean="0"/>
              <a:t>en intégrant les activités suivant</a:t>
            </a:r>
            <a:r>
              <a:rPr lang="en-US" altLang="ja-JP" sz="2800" dirty="0" smtClean="0"/>
              <a:t>e</a:t>
            </a:r>
            <a:r>
              <a:rPr lang="fr-CA" altLang="ja-JP" sz="2800" dirty="0" smtClean="0"/>
              <a:t>s;</a:t>
            </a:r>
          </a:p>
          <a:p>
            <a:pPr marL="514350" indent="-514350" algn="l">
              <a:buAutoNum type="arabicPeriod"/>
            </a:pPr>
            <a:r>
              <a:rPr lang="fr-CA" altLang="ja-JP" sz="2800" dirty="0" smtClean="0"/>
              <a:t>Compagne de sensibilisation pour la scolarisation de la jeune filles (4 fois)</a:t>
            </a:r>
          </a:p>
          <a:p>
            <a:pPr marL="514350" indent="-514350" algn="l">
              <a:buAutoNum type="arabicPeriod"/>
            </a:pPr>
            <a:r>
              <a:rPr lang="fr-CA" altLang="ja-JP" sz="2800" dirty="0" smtClean="0"/>
              <a:t>Organisation des examens blancs (2 fois)</a:t>
            </a:r>
          </a:p>
          <a:p>
            <a:pPr marL="514350" indent="-514350" algn="l">
              <a:buAutoNum type="arabicPeriod"/>
            </a:pPr>
            <a:r>
              <a:rPr lang="fr-CA" altLang="ja-JP" sz="2800" dirty="0" smtClean="0"/>
              <a:t>Payement pour les facilitateurs de la communauté dans le cadre des exercices de remédiation (5.000 </a:t>
            </a:r>
            <a:r>
              <a:rPr lang="fr-CA" altLang="ja-JP" sz="2800" dirty="0" err="1" smtClean="0"/>
              <a:t>Fcfa</a:t>
            </a:r>
            <a:r>
              <a:rPr lang="fr-CA" altLang="ja-JP" sz="2800" dirty="0" smtClean="0"/>
              <a:t> par mois et par facilitateur)</a:t>
            </a:r>
          </a:p>
          <a:p>
            <a:pPr marL="514350" indent="-514350" algn="l">
              <a:buAutoNum type="arabicPeriod"/>
            </a:pPr>
            <a:r>
              <a:rPr lang="en-US" altLang="ja-JP" sz="2800" dirty="0" err="1" smtClean="0"/>
              <a:t>Fou</a:t>
            </a:r>
            <a:r>
              <a:rPr lang="fr-CA" altLang="ja-JP" sz="2800" dirty="0" err="1" smtClean="0"/>
              <a:t>rnitures</a:t>
            </a:r>
            <a:r>
              <a:rPr lang="fr-CA" altLang="ja-JP" sz="2800" dirty="0" smtClean="0"/>
              <a:t> de bureau du CGE (</a:t>
            </a:r>
            <a:r>
              <a:rPr lang="fr-CA" altLang="ja-JP" sz="2800" dirty="0" err="1" smtClean="0"/>
              <a:t>bics</a:t>
            </a:r>
            <a:r>
              <a:rPr lang="fr-CA" altLang="ja-JP" sz="2800" dirty="0" smtClean="0"/>
              <a:t>, rames de papier, frais de photocopies)</a:t>
            </a:r>
          </a:p>
        </p:txBody>
      </p:sp>
    </p:spTree>
    <p:extLst>
      <p:ext uri="{BB962C8B-B14F-4D97-AF65-F5344CB8AC3E}">
        <p14:creationId xmlns:p14="http://schemas.microsoft.com/office/powerpoint/2010/main" val="3684881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132</Words>
  <Application>Microsoft Office PowerPoint</Application>
  <PresentationFormat>Affichage à l'écran (4:3)</PresentationFormat>
  <Paragraphs>14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ＭＳ Ｐゴシック</vt:lpstr>
      <vt:lpstr>Arial</vt:lpstr>
      <vt:lpstr>Calibri</vt:lpstr>
      <vt:lpstr>Office ​​テーマ</vt:lpstr>
      <vt:lpstr>Masse 5 :  Remplissage des outils de planification et de suivi-évaluation</vt:lpstr>
      <vt:lpstr>Présentation PowerPoint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Masse 5 :  Remplissage des outils de planification et de suivi-évaluation</dc:title>
  <dc:creator>YuriN</dc:creator>
  <cp:lastModifiedBy>USER</cp:lastModifiedBy>
  <cp:revision>8</cp:revision>
  <dcterms:created xsi:type="dcterms:W3CDTF">2015-02-17T08:24:15Z</dcterms:created>
  <dcterms:modified xsi:type="dcterms:W3CDTF">2015-02-23T08:17:30Z</dcterms:modified>
</cp:coreProperties>
</file>
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20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87" d="100"/>
          <a:sy n="87" d="100"/>
        </p:scale>
        <p:origin x="-1291" y="-178"/>
      </p:cViewPr>
      <p:guideLst>
        <p:guide orient="horz" pos="220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2015/4/16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2449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2015/4/16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2651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2015/4/16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8003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2015/4/16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0651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2015/4/16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4191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2015/4/16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7169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2015/4/16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544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2015/4/16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5552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2015/4/16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3622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2015/4/16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7592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2015/4/16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3249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301E5-838A-482F-895A-F68145C7BD62}" type="datetimeFigureOut">
              <a:rPr kumimoji="1" lang="ja-JP" altLang="en-US" smtClean="0"/>
              <a:t>2015/4/16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3704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232918"/>
            <a:ext cx="7772400" cy="2232248"/>
          </a:xfrm>
        </p:spPr>
        <p:txBody>
          <a:bodyPr>
            <a:noAutofit/>
          </a:bodyPr>
          <a:lstStyle/>
          <a:p>
            <a:r>
              <a:rPr lang="en-US" altLang="ja-JP" sz="6000" dirty="0" smtClean="0"/>
              <a:t>Masse 6</a:t>
            </a:r>
            <a:r>
              <a:rPr lang="ja-JP" altLang="en-US" sz="6000" dirty="0" smtClean="0"/>
              <a:t>：</a:t>
            </a:r>
            <a:r>
              <a:rPr lang="en-US" altLang="ja-JP" sz="4800" dirty="0" smtClean="0"/>
              <a:t/>
            </a:r>
            <a:br>
              <a:rPr lang="en-US" altLang="ja-JP" sz="4800" dirty="0" smtClean="0"/>
            </a:br>
            <a:r>
              <a:rPr lang="en-US" altLang="ja-JP" sz="4800" dirty="0"/>
              <a:t>Simulation de </a:t>
            </a:r>
            <a:r>
              <a:rPr lang="en-US" altLang="ja-JP" sz="4800" dirty="0" smtClean="0"/>
              <a:t>l</a:t>
            </a:r>
            <a:r>
              <a:rPr lang="fr-CA" altLang="ja-JP" sz="4800" dirty="0" smtClean="0"/>
              <a:t>’AG</a:t>
            </a:r>
            <a:r>
              <a:rPr lang="ja-JP" altLang="ja-JP" sz="4800" dirty="0"/>
              <a:t/>
            </a:r>
            <a:br>
              <a:rPr lang="ja-JP" altLang="ja-JP" sz="4800" dirty="0"/>
            </a:br>
            <a:endParaRPr kumimoji="1" lang="ja-JP" altLang="en-US" sz="4800" dirty="0"/>
          </a:p>
        </p:txBody>
      </p:sp>
      <p:sp>
        <p:nvSpPr>
          <p:cNvPr id="4" name="タイトル 1"/>
          <p:cNvSpPr txBox="1">
            <a:spLocks/>
          </p:cNvSpPr>
          <p:nvPr/>
        </p:nvSpPr>
        <p:spPr>
          <a:xfrm>
            <a:off x="179512" y="3560990"/>
            <a:ext cx="8640960" cy="3096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6900" b="1" dirty="0" err="1" smtClean="0"/>
              <a:t>Consigne</a:t>
            </a:r>
            <a:r>
              <a:rPr lang="en-US" altLang="ja-JP" sz="6900" b="1" dirty="0" smtClean="0"/>
              <a:t>: </a:t>
            </a:r>
            <a:endParaRPr lang="en-US" altLang="ja-JP" sz="5800" b="1" dirty="0" smtClean="0"/>
          </a:p>
          <a:p>
            <a:pPr algn="l"/>
            <a:r>
              <a:rPr lang="fr-FR" altLang="ja-JP" sz="5200" dirty="0" smtClean="0"/>
              <a:t>Faire </a:t>
            </a:r>
            <a:r>
              <a:rPr lang="fr-FR" altLang="ja-JP" sz="5200" dirty="0"/>
              <a:t>la simulation de </a:t>
            </a:r>
            <a:r>
              <a:rPr lang="fr-FR" altLang="ja-JP" sz="5200" dirty="0" smtClean="0"/>
              <a:t>l’AG du CGE pour la mise en place de l’UCGE. 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04110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20</Words>
  <Application>Microsoft Office PowerPoint</Application>
  <PresentationFormat>Affichage à l'écran (4:3)</PresentationFormat>
  <Paragraphs>3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Office ​​テーマ</vt:lpstr>
      <vt:lpstr>Masse 6： Simulation de l’AG 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Masse 5： Simulation de l’AG</dc:title>
  <dc:creator>YuriN</dc:creator>
  <cp:lastModifiedBy>EliteBook</cp:lastModifiedBy>
  <cp:revision>6</cp:revision>
  <dcterms:created xsi:type="dcterms:W3CDTF">2015-02-17T10:01:49Z</dcterms:created>
  <dcterms:modified xsi:type="dcterms:W3CDTF">2015-04-16T16:38:50Z</dcterms:modified>
</cp:coreProperties>
</file>